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离线增强的可复现说话人分离框架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76072" y="1298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AliMeeting 说话人分离 · 最终效果汇报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4231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55117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 DER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04672" y="27797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317296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窗口 / 8 条录音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337560" y="24231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255117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相对最佳 baseline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483864" y="27797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0.389pp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83864" y="317296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slow_base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016752" y="24231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255117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完整回归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163056" y="27797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29/29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63056" y="317296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全部步骤通过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8695944" y="24231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42248" y="255117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离线回放 RTF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842248" y="27797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0.000855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42248" y="317296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默认路径 0 次 live API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13232" y="47091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variant: slow_guarded_fast_fallback_rare_audio_rule_recover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516636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开发池结果：已优于 tracked baselines；泛化宣称仍受稳健性与 true-heldout 门控约束。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最终框架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离线准备，产物冻结，默认运行时离线复现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73152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AliMeeting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远场音频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0" y="1078992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078992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19786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模型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47218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Sortformer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196596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965960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08483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Slow 模型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359152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DiariZen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10912" y="14173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10912" y="1417320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153619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模型输出缓存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181051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live 推理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10912" y="2816352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816352"/>
            <a:ext cx="73152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93522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离线注入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3792" y="3209544"/>
            <a:ext cx="1746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 / gate / guard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冻结增强产物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26096" y="1389888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6096" y="1389888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150876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默认离线系统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08976" y="1783080"/>
            <a:ext cx="18379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Slow 优先选择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安全回退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规则恢复修正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104120" y="1389888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4120" y="1389888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0" y="150876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最终时间线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87000" y="1783080"/>
            <a:ext cx="1289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/ CSV / RTTM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26096" y="384048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6096" y="3840480"/>
            <a:ext cx="73152" cy="9601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08976" y="395935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08976" y="4233672"/>
            <a:ext cx="18379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完整回归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推广门控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104120" y="384048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04120" y="384048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7000" y="395935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证据产物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87000" y="4233672"/>
            <a:ext cx="1289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审计报告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31720" y="1828800"/>
            <a:ext cx="411480" cy="-420624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331720" y="1828800"/>
            <a:ext cx="411480" cy="475488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526280" y="1417320"/>
            <a:ext cx="484632" cy="365760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26280" y="2304288"/>
            <a:ext cx="484632" cy="-402336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68312" y="1828800"/>
            <a:ext cx="557784" cy="91440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68312" y="3246120"/>
            <a:ext cx="557784" cy="-886968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774936" y="1965960"/>
            <a:ext cx="329184" cy="0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908792" y="2532888"/>
            <a:ext cx="0" cy="1307592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774936" y="4315968"/>
            <a:ext cx="329184" cy="0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Baseline 的区别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不是换一个模型，而是在 baseline 输出之上做安全增强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0058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36192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4672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单一模型直接输出时间线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通常只看 DER，缺少运行时风险控制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41732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536192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1810512"/>
            <a:ext cx="4672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Fast/Slow 输出 + LLM 离线注入产物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通过选择器 / guard / 稀疏 overlay 生成最终时间线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1645920" cy="48006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78892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331720" y="2743200"/>
            <a:ext cx="4343400" cy="48006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04872" y="2788920"/>
            <a:ext cx="41970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675120" y="2743200"/>
            <a:ext cx="4754880" cy="48006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788920"/>
            <a:ext cx="46085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85800" y="3223260"/>
            <a:ext cx="164592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26898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模型使用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331720" y="3223260"/>
            <a:ext cx="434340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3268980"/>
            <a:ext cx="41970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或 Slow 单模型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675120" y="3223260"/>
            <a:ext cx="475488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3268980"/>
            <a:ext cx="46085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Fast/Slow 双模型协同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85800" y="3703320"/>
            <a:ext cx="1645920" cy="4800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904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参与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331720" y="3703320"/>
            <a:ext cx="4343400" cy="4800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04872" y="3749040"/>
            <a:ext cx="41970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675120" y="3703320"/>
            <a:ext cx="4754880" cy="4800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3749040"/>
            <a:ext cx="46085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离线生成 patch / gate / guard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85800" y="4183380"/>
            <a:ext cx="164592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22910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运行时依赖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331720" y="4183380"/>
            <a:ext cx="434340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04872" y="4229100"/>
            <a:ext cx="41970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依赖模型推理结果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675120" y="4183380"/>
            <a:ext cx="475488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4229100"/>
            <a:ext cx="46085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读取冻结产物，默认 0 次 live API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85800" y="4663440"/>
            <a:ext cx="1645920" cy="4800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70916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2331720" y="4663440"/>
            <a:ext cx="4343400" cy="4800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04872" y="4709160"/>
            <a:ext cx="41970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通常没有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675120" y="4663440"/>
            <a:ext cx="4754880" cy="4800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4709160"/>
            <a:ext cx="46085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 / quarantine 阻断高风险修改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85800" y="5143500"/>
            <a:ext cx="164592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518922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验证链路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2331720" y="5143500"/>
            <a:ext cx="434340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04872" y="5189220"/>
            <a:ext cx="41970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DER 为主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675120" y="5143500"/>
            <a:ext cx="475488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5189220"/>
            <a:ext cx="46085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DER + baseline 审计 + 完整性检查 + 自检 + 推广门控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最终性能效果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开发池：8 条录音 / 120 个窗口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819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baseline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0" y="1627632"/>
            <a:ext cx="3319272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627632"/>
            <a:ext cx="3160362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35624" y="15727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28.56%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1076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规则恢复 baseline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2153412"/>
            <a:ext cx="3319272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153412"/>
            <a:ext cx="2920683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20985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Slow baseline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2679192"/>
            <a:ext cx="3319272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679192"/>
            <a:ext cx="1867745" cy="201168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26243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1592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3204972"/>
            <a:ext cx="3319272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204972"/>
            <a:ext cx="1824751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31501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16.49%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35331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904" y="14813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 DER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232904" y="170992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16.49%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32904" y="210312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越低越好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9326880" y="135331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73184" y="14813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优于 baseline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9473184" y="170992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473184" y="210312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同窗口可比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086600" y="281635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32904" y="29443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margin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232904" y="31729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0.389pp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232904" y="356616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slow_base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9326880" y="281635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3184" y="29443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最终来源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9473184" y="31729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slow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473184" y="356616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少量安全 overlay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868680" y="43434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Fast baseline 降低 DER 12.071pp。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相对最强 Slow baseline 仍有 0.389pp 正收益。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增强策略非常保守：绝大多数窗口保持 Slow，少量窗口安全回退或修正。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实时性与运行时约束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默认系统是离线缓存回放增强路径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4533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已处理音频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77824" y="177393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3600s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77824" y="21671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缓存窗口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154533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墙钟时间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300984" y="177393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3.079s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00984" y="21671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离线回放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24144" y="154533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离线回放 RTF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724144" y="177393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0.000855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24144" y="21671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墙钟时间 / 音频时长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001000" y="14173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7304" y="154533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API 调用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147304" y="177393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147304" y="21671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Qwen / Omni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22960" y="2999232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999232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11810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用户感知延迟 proxy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92424"/>
            <a:ext cx="45354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首次输出均值 / P95: 0.383s / 0.444s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规则写回均值 / P95: 24.65s / 28.33s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999232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999232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11810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392424"/>
            <a:ext cx="45354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RTF 衡量默认离线回放 / 增强系统运行时。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不包含重新运行 Sortformer / DiariZen 的推理时间。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" y="489204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RTF = total_processing_wall_time_sec / processed_audio_sec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可复现验证链路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从输出时间线到 promotion gate 的完整审计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4533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完整回归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77824" y="177393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29/29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77824" y="21671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3035808" y="1417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54533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系统自检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182112" y="177393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40/4/0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82112" y="21671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/ 警告 / 失败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340096" y="1417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54533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批量运行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486400" y="177393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0" y="21671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录音通过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644384" y="1417320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154533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790688" y="177393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790688" y="21671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完整性审计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22960" y="2944368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944368"/>
            <a:ext cx="7315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06324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治理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37560"/>
            <a:ext cx="29809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clipped baseline 审计: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leaderboard 审计: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优于 full-coverage baselines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34840" y="2944368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2944368"/>
            <a:ext cx="73152" cy="1234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06324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候选面治理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337560"/>
            <a:ext cx="29809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surface: external_candidate_surface_not_deployable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最佳可部署增益: 0.000167pp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2944368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2944368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06324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推广门控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3337560"/>
            <a:ext cx="29809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开发指标: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promotion: blocked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47091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所有默认 runtime 指标来自冻结产物，可重复读取和审计。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self-check 的 warn 是推广边界提示，不是执行失败。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完整回归产物：outputs/system_regression/realtime_system_regression.json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开发池指标已优于 baseline，泛化 promotion 仍保守阻断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3619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10512"/>
            <a:ext cx="2889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 DER 16.4923%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优于 5/5 tracked baselines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29/29 完整回归通过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3619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不能过度宣称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810512"/>
            <a:ext cx="2889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promotion blocked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true-heldout split 缺失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selector 稳健性仍弱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3619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1810512"/>
            <a:ext cx="28895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面向非正收益录音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设计新的可部署候选面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不再继续调已耗尽候选池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246120"/>
            <a:ext cx="3063240" cy="40005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291840"/>
            <a:ext cx="291693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推广阻塞项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840480" y="3246120"/>
            <a:ext cx="7543800" cy="40005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3291840"/>
            <a:ext cx="739749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当前证据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7240" y="3646170"/>
            <a:ext cx="3063240" cy="4000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691890"/>
            <a:ext cx="291693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录音级稳定性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840480" y="3646170"/>
            <a:ext cx="7543800" cy="4000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3691890"/>
            <a:ext cx="739749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 条录音正收益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77240" y="4046220"/>
            <a:ext cx="3063240" cy="40005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091940"/>
            <a:ext cx="291693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非正收益录音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840480" y="4046220"/>
            <a:ext cx="7543800" cy="40005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4091940"/>
            <a:ext cx="739749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R8001_M8004, R8008_M8013, R8009_M8020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77240" y="4446270"/>
            <a:ext cx="3063240" cy="4000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4491990"/>
            <a:ext cx="291693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True-heldout 准备度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840480" y="4446270"/>
            <a:ext cx="7543800" cy="4000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13632" y="4491990"/>
            <a:ext cx="739749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blocked_missing_sealed_split_and_new_recordings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结论：LLM 离线准备 + 产物冻结 + 默认离线运行时，带来可复现的开发池增益，同时保留推广门控边界。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AliMeeting 说话人分离最终效果汇报</dc:title>
  <dc:subject>Final effect presentation</dc:subject>
  <dc:creator>AliMeeting Diarization Bench</dc:creator>
  <cp:lastModifiedBy>AliMeeting Diarization Bench</cp:lastModifiedBy>
  <cp:revision>1</cp:revision>
  <dcterms:created xsi:type="dcterms:W3CDTF">2026-06-16T05:22:22Z</dcterms:created>
  <dcterms:modified xsi:type="dcterms:W3CDTF">2026-06-16T05:22:22Z</dcterms:modified>
</cp:coreProperties>
</file>